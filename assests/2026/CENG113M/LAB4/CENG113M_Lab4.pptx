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9" r:id="rId12"/>
    <p:sldId id="27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58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9C4A8-7509-2E36-AFBB-1458A2AD7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D7DB2-1EBB-573A-0A9D-AC0D73164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A853C-94D6-E1C9-B117-0F99B9F3D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76CC6-A2F4-39E6-D4E3-037B597867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761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0080" y="1097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4: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5303520" cy="1188720"/>
          </a:xfrm>
          <a:prstGeom prst="rect">
            <a:avLst/>
          </a:prstGeom>
          <a:solidFill>
            <a:srgbClr val="C0392B">
              <a:alpha val="18000"/>
            </a:srgbClr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73152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868680" y="3401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7307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400" dirty="0" err="1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</a:t>
            </a:r>
            <a:r>
              <a:rPr lang="tr-TR" sz="14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400" dirty="0" err="1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r>
              <a:rPr lang="tr-TR" sz="14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400" dirty="0" err="1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</a:t>
            </a:r>
            <a:r>
              <a:rPr lang="tr-TR" sz="14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400" dirty="0" err="1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Mini-Quiz 2: Conditions &amp; Fundamentals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each expression. What does Python print?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73152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48640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3840480" cy="1234440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94360" y="16002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 &gt; 3 and x &lt; 10)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73152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937760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554480"/>
            <a:ext cx="3840480" cy="1234440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983480" y="160020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y)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73152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48640" y="2907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3840480" cy="1234440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94360" y="32918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 % 2 == 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print('even')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print('odd')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73152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937760" y="2907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3246120"/>
            <a:ext cx="3840480" cy="1234440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983480" y="32918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'hello'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print(len(s) == 5)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1: Count Up!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73152" cy="4114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Ask the user to enter a positive integer </a:t>
            </a: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Print all integers from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(inclusive).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number should appear on its own line.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374904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for loop with range().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range(1, n+1) gives you numbers 1 through 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749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 (for n = 4):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3931920" cy="1828800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983480" y="1170432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n: 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3063240"/>
            <a:ext cx="3931920" cy="155448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983480" y="3127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Rule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45643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for loop — not while. Practice range() syntax!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2: Sum of Numbers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73152" cy="4114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1430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Ask the user for a positive integer </a:t>
            </a: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Calculate the sum of all integers from 1 to </a:t>
            </a: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Print the final sum.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23692" y="2743200"/>
            <a:ext cx="384048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0" name="Text 8"/>
          <p:cNvSpPr/>
          <p:nvPr/>
        </p:nvSpPr>
        <p:spPr>
          <a:xfrm>
            <a:off x="4983480" y="2770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r>
              <a:rPr lang="tr-TR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06340" y="3127248"/>
            <a:ext cx="3703320" cy="1280160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120640" y="3310128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n+1):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total + 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749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 (for n = 5):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097280"/>
            <a:ext cx="3840480" cy="1463040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074920" y="1170432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n: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sum is: 15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3: Countdown Timer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8412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73152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 for a positive integer n. Count down from n to 1, printing each number. After the loop finishes, print "</a:t>
            </a:r>
            <a:r>
              <a:rPr lang="tr-TR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</a:t>
            </a: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411480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8163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range(n, 0, -1) counts DOWN: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range(3, 0, -1)  →  3, 2,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 (for n = 3):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770632"/>
            <a:ext cx="3931920" cy="166420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983480" y="283464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n: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marL="0" indent="0">
              <a:buNone/>
            </a:pPr>
            <a:r>
              <a:rPr lang="tr-TR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8640" y="409651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Rule: Use a for loop with a negative step in range(). Do NOT use a while loop for this exercise.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4: Multiplication Table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73152" cy="4114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1430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Ask the user for an integer </a:t>
            </a: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Print the multiplication table of </a:t>
            </a: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1 to 10.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line: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x i = result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926080"/>
            <a:ext cx="384048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0080" y="2999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range(1, 11) to loop from 1 to 10.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loop, print formatted output: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print(f"{n} x {i} = {n*i}")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749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 (for n = 3):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3931920" cy="3657600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983480" y="1170432"/>
            <a:ext cx="3657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n: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1 =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2 = 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3 = 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4 = 12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5 = 15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10 = 30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5: Guess the Number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84124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73152" cy="2057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804672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program has a secret number: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= 7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Ask the user to guess a number in a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loop.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the guess is wrong, print "Try again!" and loop again.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When the user guesses correctly, print " Correct!" and stop.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while guess != secret: to keep looping.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stops only when the condition becomes False.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852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3931920" cy="1600200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983480" y="3273552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Guess: 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again!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Guess: 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6: FizzBuzz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27432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11480" y="749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number is divisible by 3, print "Fizz"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71323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246120" y="713232"/>
            <a:ext cx="2743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337560" y="749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115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number is divisible by 5, print "Buzz"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71323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172200" y="713232"/>
            <a:ext cx="27432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263640" y="749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11556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divisible by BOTH 3 and 5, print "FizzBuzz"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67712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65760" y="2267712"/>
            <a:ext cx="73152" cy="1645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66928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26700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from 1 to 20 and apply the rules above.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other numbers, simply print the number.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005072"/>
            <a:ext cx="4114800" cy="82296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02920" y="409651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Check divisibility by BOTH (15) before checking 3 or 5 alone!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2267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(1–15):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2615184"/>
            <a:ext cx="3931920" cy="1508760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983480" y="267004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2  Fizz  4  Buzz  Fizz  7  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Fizz  Buzz  11  Fizz  13  14  FizzBuzz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7: Sum Until Zero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8412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73152" cy="2286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804672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Keep asking the user to enter a number in a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loop.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 each number to a running total.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When the user enters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stop the loop and print the total.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Note:</a:t>
            </a:r>
            <a:r>
              <a:rPr lang="en-US" sz="14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NOT add 0 to the total — stop before adding.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411480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02920" y="3172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while True: with a break statement.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read the first number before the loop, then check inside.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429000"/>
            <a:ext cx="3931920" cy="1600200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983480" y="3493008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 number: 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 number: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 number: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8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</a:t>
            </a:r>
            <a:r>
              <a:rPr lang="tr-T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Number Checker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8412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73152" cy="1874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80467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Ask the user for a positive integer </a:t>
            </a: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 if it is prime: loop from 2 to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test if any number divides </a:t>
            </a: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a divisor is found, use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print </a:t>
            </a: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prime"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otherwise print </a:t>
            </a:r>
            <a:r>
              <a:rPr lang="en-US" sz="14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"Prime"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715768"/>
            <a:ext cx="411480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2920" y="2807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118104"/>
            <a:ext cx="38404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is_prime =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in range(2, n):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if n % i == 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is_prime = False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break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print('Prime' if is_prime else 'Not prime')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715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035808"/>
            <a:ext cx="4023360" cy="804672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892040" y="31272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n: 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950208"/>
            <a:ext cx="4023360" cy="804672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892040" y="40416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n: 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prime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50292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457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9: Skip Evens, Stop at 7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8412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73152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66928" y="74980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80467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Loop over the numbers 1 to 10 using a for loop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</a:t>
            </a: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skip even numbers (do not print them)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stop the loop entirely when the number reaches 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65760" y="2670048"/>
            <a:ext cx="7315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rest of the current iteration and jumps to the next 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2670048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617720" y="2670048"/>
            <a:ext cx="73152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800600" y="2724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0175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Exits the loop immediately, regardless of the loop condition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858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4160520"/>
            <a:ext cx="4023360" cy="658368"/>
          </a:xfrm>
          <a:prstGeom prst="rect">
            <a:avLst/>
          </a:prstGeom>
          <a:solidFill>
            <a:srgbClr val="1220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892040" y="42519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1  3  5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D14FD-C53F-0DF3-043C-313F96ED6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EF32FB-33B0-AA3D-4B38-7E3C10DAE586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DE3675-DAA2-8A92-8B4B-C82302B5F8F5}"/>
              </a:ext>
            </a:extLst>
          </p:cNvPr>
          <p:cNvSpPr/>
          <p:nvPr/>
        </p:nvSpPr>
        <p:spPr>
          <a:xfrm>
            <a:off x="640080" y="1097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8D8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Lab 4: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AFA0F6C-527B-0B32-2C06-0732D8D05DD9}"/>
              </a:ext>
            </a:extLst>
          </p:cNvPr>
          <p:cNvSpPr/>
          <p:nvPr/>
        </p:nvSpPr>
        <p:spPr>
          <a:xfrm>
            <a:off x="640080" y="16916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5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r>
              <a:rPr kumimoji="0" lang="tr-TR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tr-TR" sz="5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r>
              <a:rPr kumimoji="0" lang="tr-TR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!</a:t>
            </a:r>
            <a: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4EBAD58-B48F-D45B-E24C-A95E3D8D8134}"/>
              </a:ext>
            </a:extLst>
          </p:cNvPr>
          <p:cNvSpPr/>
          <p:nvPr/>
        </p:nvSpPr>
        <p:spPr>
          <a:xfrm>
            <a:off x="640080" y="2788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8D8E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FF423C2-5198-5FA1-8B41-B33DF8875D20}"/>
              </a:ext>
            </a:extLst>
          </p:cNvPr>
          <p:cNvSpPr/>
          <p:nvPr/>
        </p:nvSpPr>
        <p:spPr>
          <a:xfrm>
            <a:off x="640080" y="3383280"/>
            <a:ext cx="5303520" cy="1188720"/>
          </a:xfrm>
          <a:prstGeom prst="rect">
            <a:avLst/>
          </a:prstGeom>
          <a:solidFill>
            <a:srgbClr val="C0392B">
              <a:alpha val="18000"/>
            </a:srgbClr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133E022-D33A-96FA-3F14-A9B248A90CDA}"/>
              </a:ext>
            </a:extLst>
          </p:cNvPr>
          <p:cNvSpPr/>
          <p:nvPr/>
        </p:nvSpPr>
        <p:spPr>
          <a:xfrm>
            <a:off x="640080" y="3383280"/>
            <a:ext cx="73152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48E78F6-50C7-A92C-C62C-C124662E4099}"/>
              </a:ext>
            </a:extLst>
          </p:cNvPr>
          <p:cNvSpPr/>
          <p:nvPr/>
        </p:nvSpPr>
        <p:spPr>
          <a:xfrm>
            <a:off x="868680" y="3401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0080EFC-0FB0-1573-4D12-3BB26E56548F}"/>
              </a:ext>
            </a:extLst>
          </p:cNvPr>
          <p:cNvSpPr/>
          <p:nvPr/>
        </p:nvSpPr>
        <p:spPr>
          <a:xfrm>
            <a:off x="868680" y="37307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0D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Managing</a:t>
            </a: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D0D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tr-T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0D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D0D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tr-T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0D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using</a:t>
            </a: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D0D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tr-T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0D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D9DECE1-1118-6BAA-406E-7B04AF42265A}"/>
              </a:ext>
            </a:extLst>
          </p:cNvPr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443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A1E18385FE39D941AA199D3D339AA629" ma:contentTypeVersion="3" ma:contentTypeDescription="Yeni belge oluşturun." ma:contentTypeScope="" ma:versionID="19aa0f239003ff5cb8729c287f217ad6">
  <xsd:schema xmlns:xsd="http://www.w3.org/2001/XMLSchema" xmlns:xs="http://www.w3.org/2001/XMLSchema" xmlns:p="http://schemas.microsoft.com/office/2006/metadata/properties" xmlns:ns2="a80aa6ed-64eb-4536-b734-1570525c18fd" targetNamespace="http://schemas.microsoft.com/office/2006/metadata/properties" ma:root="true" ma:fieldsID="bc5b12e7dacf0f92481a936137e04f52" ns2:_="">
    <xsd:import namespace="a80aa6ed-64eb-4536-b734-1570525c18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0aa6ed-64eb-4536-b734-1570525c18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009CCD9-3F5E-45FB-A2A3-081A382531AC}"/>
</file>

<file path=customXml/itemProps2.xml><?xml version="1.0" encoding="utf-8"?>
<ds:datastoreItem xmlns:ds="http://schemas.openxmlformats.org/officeDocument/2006/customXml" ds:itemID="{EA6A747F-27A0-4489-92E5-BEAD073AEC75}"/>
</file>

<file path=customXml/itemProps3.xml><?xml version="1.0" encoding="utf-8"?>
<ds:datastoreItem xmlns:ds="http://schemas.openxmlformats.org/officeDocument/2006/customXml" ds:itemID="{EB52C333-5F47-4658-8309-9B7B0DBEB67A}"/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1030</Words>
  <Application>Microsoft Office PowerPoint</Application>
  <PresentationFormat>Ekran Gösterisi (16:9)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4: Loops 1</dc:title>
  <dc:subject>PptxGenJS Presentation</dc:subject>
  <dc:creator>PptxGenJS</dc:creator>
  <cp:lastModifiedBy>Bengisu Şahin</cp:lastModifiedBy>
  <cp:revision>12</cp:revision>
  <dcterms:created xsi:type="dcterms:W3CDTF">2026-03-15T11:29:42Z</dcterms:created>
  <dcterms:modified xsi:type="dcterms:W3CDTF">2026-03-29T08:23:30Z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0x010100A1E18385FE39D941AA199D3D339AA629</vt:lpwstr>
  </property>
</Properties>
</file>